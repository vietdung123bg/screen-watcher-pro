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BỔ SUNG CHỨC NĂNG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Watcher Pro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 +  Jupyter AI Chatbox  +  OpenCode CLI Adapter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spec: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BỔ SUNG CHỨC NĂNG — Tool Watcher API Server và Jupyter AI Chatbox (v1.0)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Test + Evidence  •  03/07/2026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THỰC HIỆN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spec — phần thiếu đã bổ sung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Hạng mục (spec)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Trạng thái trước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Đã thực hiện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§11 OpenCode CLI Adapter (FR03)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có — gọi SDK trực tiếp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Thêm opencode_adapter.py: subprocess + timeout + chuẩn hóa AIResponse; engine switch sdk|opencode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§12 Jupyter Notebook Client (FR06)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 khung nhưng lệch spec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Timeout 180s, include_latest_watcher_context, notebook demo 7 bước theo §18.1, sửa bug session_id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§13 FR01–FR10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Đã có phần lớn (server, watcher, store)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Rà soát &amp; xác nhận đủ; bổ sung phần thiếu ở trên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§18 Testing (mock adapter)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có 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test: unit + integration (fake OpenCode CLI, live HTTP server)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đối chiếu: kiến trúc hiện có đã bao phủ ~80% spec; hai khoảng trống chính (§11, §12) và bộ test đã được bổ sung.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xử lý To-Be — engine đổi bằng config (§8)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4173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(ipywidgets)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943100"/>
            <a:ext cx="457200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155448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1943100"/>
            <a:ext cx="457200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15544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554480"/>
            <a:ext cx="16916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Orchestrator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Watcher Context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Prompt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943100"/>
            <a:ext cx="457200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105156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51560"/>
            <a:ext cx="1874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sdk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SDK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DB tools)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192024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920240"/>
            <a:ext cx="1874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opencode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run --model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+ timeout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3063240"/>
            <a:ext cx="187452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/ Azure 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/ Ollama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44968" y="2606040"/>
            <a:ext cx="0" cy="45720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306324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063240"/>
            <a:ext cx="1691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OCR text,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email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13248" y="2331720"/>
            <a:ext cx="0" cy="73152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3" name="Text 2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provider/engine không sửa code: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ai.engine trong rules.yaml hoặc env CHAT_ENGINE / PROVIDER — đọc lại động mỗi request (FR04).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1 — API SERVER (FR01)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chạy, /health OK, đủ API surface</a:t>
            </a:r>
            <a:endParaRPr lang="en-US" sz="2700" dirty="0"/>
          </a:p>
        </p:txBody>
      </p:sp>
      <p:pic>
        <p:nvPicPr>
          <p:cNvPr id="4" name="Image 0" descr="C:/Users/admin/AppData/Local/Temp/claude/D--aws-study/52eb2e26-6b3a-4d12-ad9d-4e2339b8846f/scratchpad/evidence/01_swagger_d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474720"/>
          </a:xfrm>
          <a:prstGeom prst="rect">
            <a:avLst/>
          </a:prstGeom>
        </p:spPr>
      </p:pic>
      <p:pic>
        <p:nvPicPr>
          <p:cNvPr id="5" name="Image 1" descr="C:/Users/admin/AppData/Local/Temp/claude/D--aws-study/52eb2e26-6b3a-4d12-ad9d-4e2339b8846f/scratchpad/evidence/02_heal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306324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06440" y="11887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 → 200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806440" y="19202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/docs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system, auth (JWT), user, admin, watcher, ai-chat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 phủ spec §10: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(FR01)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 (FR02)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/api/watcher/executions/latest (FR07)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/api/watcher/executions (FR08)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sessions — conversation store (FR09)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2 — JUPYTER CLIENT (SPEC §12)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+ đăng nhập JWT trong notebook</a:t>
            </a:r>
            <a:endParaRPr lang="en-US" sz="2700" dirty="0"/>
          </a:p>
        </p:txBody>
      </p:sp>
      <p:pic>
        <p:nvPicPr>
          <p:cNvPr id="4" name="Image 0" descr="C:/Users/admin/AppData/Local/Temp/claude/D--aws-study/52eb2e26-6b3a-4d12-ad9d-4e2339b8846f/scratchpad/evidence/03_notebook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57800" cy="3602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28016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notebooks/chatbox.ipynb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lại theo spec §12 — 7 bước demo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2: GET /health → 200 ok (§18.1-1)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3: login admin → JWT token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không chứa logic AI — chỉ HTTP + hiển thị (§12.1)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kết nối / lỗi API hiển thị rõ ràng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3 — CHATBOX &amp; CHAT (FR02, FR06)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ipywidgets + chat nhận reply thật</a:t>
            </a:r>
            <a:endParaRPr lang="en-US" sz="2700" dirty="0"/>
          </a:p>
        </p:txBody>
      </p:sp>
      <p:pic>
        <p:nvPicPr>
          <p:cNvPr id="4" name="Image 0" descr="C:/Users/admin/AppData/Local/Temp/claude/D--aws-study/52eb2e26-6b3a-4d12-ad9d-4e2339b8846f/scratchpad/evidence/04_notebook_chat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323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UI: history + input + nút Send + toggle “Include latest watcher context”. Bên dưới: scripted demo — hỏi “Trạng thái watcher gần nhất là gì?” và nhận reply từ server (demo chạy mock mode, không cần provider thật).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4 — WATCHER CONTEXT (FR05, FR07)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result: OCR, matched rule, execution id</a:t>
            </a:r>
            <a:endParaRPr lang="en-US" sz="2700" dirty="0"/>
          </a:p>
        </p:txBody>
      </p:sp>
      <p:pic>
        <p:nvPicPr>
          <p:cNvPr id="4" name="Image 0" descr="C:/Users/admin/AppData/Local/Temp/claude/D--aws-study/52eb2e26-6b3a-4d12-ad9d-4e2339b8846f/scratchpad/evidence/06_notebook_la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2825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/api/watcher/executions/latest → rule “Daily sync failed” [high] matched, OCR đọc được “Status: FAILED … payment-gateway”. </a:t>
            </a:r>
            <a:pPr indent="0" marL="0">
              <a:buNone/>
            </a:pPr>
            <a:r>
              <a:rPr lang="en-US" sz="1150" b="1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chính là context được inject vào prompt AI (FR05).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5 — KIỂM THỬ (SPEC §18)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37/37 test pass — unit + integration</a:t>
            </a:r>
            <a:endParaRPr lang="en-US" sz="2700" dirty="0"/>
          </a:p>
        </p:txBody>
      </p:sp>
      <p:pic>
        <p:nvPicPr>
          <p:cNvPr id="4" name="Image 0" descr="C:/Users/admin/AppData/Local/Temp/claude/D--aws-study/52eb2e26-6b3a-4d12-ad9d-4e2339b8846f/scratchpad/evidence/05_py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43484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1887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0" y="126187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120640" y="17373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PASS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19088" y="11887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19088" y="126187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19088" y="17373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17536" y="11887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17536" y="126187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717536" y="17373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thật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dùng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20640" y="237744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test_opencode_adapter.py (19)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§11.3, model mapping, success / exit lỗi / stdout rỗng / timeout / thiếu binary — qua fake OpenCode CLI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test_chat_agent_engine.py (8)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engine sdk|opencode, override CHAT_ENGINE, mock mode, validate config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test_chatbox_client.py (10)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§12 + integration: uvicorn thật, DB tạm, login → chat → latest (end-to-end)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đã được hiện thực hóa đầy đủ cho MVP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Requirement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FR01 /health  •  FR02 /chat  •  FR10 error chuẩn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— evidence 1, test integration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FR03 OpenCode CLI  •  FR04 đổi provider bằng config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— adapter mới + engine switch, 27 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FR05 watcher context  •  FR07 latest-result  •  FR08 trigger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— evidence 4, prompt §11.3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FR06 Jupyter chatbox  •  FR09 conversation 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— notebook 7 bước, SQLite 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tiếp theo: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opencode CLI + auth login trên máy chạy server để demo engine opencode với provider thật; Phase 2 theo spec §20: streaming, retry, better prompt.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bổ sung chức năng — Jupyter AI Chatbox &amp; OpenCode CLI</dc:title>
  <dc:subject>PptxGenJS Presentation</dc:subject>
  <dc:creator>Screen Watcher Pro team</dc:creator>
  <cp:lastModifiedBy>Screen Watcher Pro team</cp:lastModifiedBy>
  <cp:revision>1</cp:revision>
  <dcterms:created xsi:type="dcterms:W3CDTF">2026-07-03T02:17:40Z</dcterms:created>
  <dcterms:modified xsi:type="dcterms:W3CDTF">2026-07-03T02:17:40Z</dcterms:modified>
</cp:coreProperties>
</file>