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  •  Screen Watcher Pro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6676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Watcher API Server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 Jupyter AI Chatbox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automation observer đến AI assisted operation assistant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4612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Loại tài liệu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Requirement Appendix — Workshop Report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Phạm vi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Workshop AI Product Development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Đối tượng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Owner, BA, Dev, QA, Operation Engineer, Trainer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Phiên bản spec gốc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 — 01/07/2026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workshop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  •  Screen Watcher Pro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6676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23444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28930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 &amp; Vision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đề, tầm nhìn sản phẩm, success metrics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73168" y="123444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0680" y="128930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 &amp; Business Flow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Persona, As-Is / To-Be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214884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220370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context, container, component design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73168" y="214884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40680" y="220370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AI Integration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spec, OpenCode CLI Adapter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" y="306324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34440" y="311810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Notebook Client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Chatbox demo local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73168" y="306324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40680" y="311810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Security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FR/NFR, governance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" y="397764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34440" y="403250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— Code chạy thật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Server, notebook, test suite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63440" y="397764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73168" y="397764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40680" y="403250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Kết luận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MVP, next phase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§1–3  EXECUTIVE SUMMARY &amp;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screen monitoring đến AI assisted operation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  •  Screen Watcher Pro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6676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Watcher hiện có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chụp màn hình, OCR, kiểm tra rule, gửi email cảnh báo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Phần mở rộng biến nó thành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có API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cho phép người dùng hỏi đáp qua Jupyter Notebook chatbox — server bổ sung context (OCR, rule, audit) rồi gọi AI qua OpenCode CLI để trả lời.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" y="2359152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 API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6072" y="278892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Watcher hoạt động như local server thay vì chỉ CLI theo lịch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42032" y="22402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60904" y="2359152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Chatbox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60904" y="278892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chat nhanh cho demo &amp; kiểm thử, không cần web app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26864" y="22402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45736" y="2359152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 CLI Adapter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45736" y="278892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Tách logic AI provider khỏi nghiệp vụ watcher — dễ đổi Llama ↔ Azure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11696" y="22402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30568" y="2359152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Assisted Analysis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30568" y="278892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 AI về OCR, rule matched, trạng thái và hành động đề xuất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điệp: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Watcher không chỉ quan sát và cảnh báo — nó trở thành AI assisted operation assistant, giúp hỏi đáp và phân tích kết quả giám sát bằng ngôn ngữ tự nhiên.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§2  BUSINESS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 và cách phần mở rộng giải quyết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  •  Screen Watcher Pro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6676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30175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Pain Point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Tác động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Giải pháp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có giao diện hỏi đáp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vận hành tự đọc log, ảnh chụp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Jupyter chatbox hỏi đáp trực tiếp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quả OCR khó hiểu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dài, nhiễu, thiếu ngữ cảnh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tóm tắt OCR, chỉ điểm đáng chú 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 matched thiếu giải thích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 không biết vì sao bị cảnh báo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giải thích rule, keyword, mức độ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workshop cần nhanh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Xây web frontend tốn thời gian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Jupyter Notebook đủ dùng để demo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Nhiều AI provider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Khó hard code từng provider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OpenCode CLI làm lớp tích hợp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  STAKEHOLDERS &amp; PERSONAS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cần gì từ phần mở rộng này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  •  Screen Watcher Pro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6676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01752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Stakeholder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Vai trò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Nhu cầu chính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Owner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Định hướng, trình bày workshop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Câu chuyện sản phẩm rõ, demo được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Analyst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Chuyển pain point thành requirement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story, acceptance criteria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Xây API, adapter, client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Kiến trúc, API contract, module design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Kiểm thử luồng API và chatbot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case, mock data, expected response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 Engineer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dùng cuối nội bộ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Hỏi nhanh trạng thái, hành động xử lý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chính: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Operation/Support Engineer theo dõi dashboard legacy — không muốn đọc log dài, cần hỏi hệ thống bằng câu đơn giản.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  BUSINESS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thụ động → To-Be tương tác chủ động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  •  Screen Watcher Pro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6676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08760"/>
            <a:ext cx="3931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gọi CLI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75688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075688"/>
            <a:ext cx="3931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Chụp màn hình → OCR → Rule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42616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642616"/>
            <a:ext cx="3931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→ gửi email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0954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209544"/>
            <a:ext cx="3931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tự mở screenshot/log để phân tích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508760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508760"/>
            <a:ext cx="3931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API/Scheduler trigger Tool Watcher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4754880" y="2075688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2075688"/>
            <a:ext cx="3931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OCR, rule result, audit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4754880" y="2642616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2642616"/>
            <a:ext cx="3931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hỏi qua Jupyter chatbox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4754880" y="320954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3209544"/>
            <a:ext cx="3931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gắn context → gọi OpenCode CLI → provider → trả lời có ngữ cảnh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Cải thiện: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nhận email thụ động → hỏi đáp chủ động; từ đọc log thủ công → AI hỗ trợ tóm tắt, giải thích.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§8  SOLUTION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view — luồng xử lý qua OpenCode CLI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  •  Screen Watcher Pro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6676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54480"/>
            <a:ext cx="14173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(ipywidgets)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1943100"/>
            <a:ext cx="457200" cy="0"/>
          </a:xfrm>
          <a:prstGeom prst="line">
            <a:avLst/>
          </a:prstGeom>
          <a:noFill/>
          <a:ln w="279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155448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554480"/>
            <a:ext cx="16002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/api/chat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943100"/>
            <a:ext cx="457200" cy="0"/>
          </a:xfrm>
          <a:prstGeom prst="line">
            <a:avLst/>
          </a:prstGeom>
          <a:noFill/>
          <a:ln w="279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155448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554480"/>
            <a:ext cx="16916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Orchestrator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Watcher Context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Prompt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1943100"/>
            <a:ext cx="457200" cy="0"/>
          </a:xfrm>
          <a:prstGeom prst="line">
            <a:avLst/>
          </a:prstGeom>
          <a:noFill/>
          <a:ln w="279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12280" y="1051560"/>
            <a:ext cx="1874520" cy="6858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1051560"/>
            <a:ext cx="18745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engine: sdk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 SDK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 DB tools)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12280" y="1920240"/>
            <a:ext cx="1874520" cy="6858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920240"/>
            <a:ext cx="18745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engine: opencode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 run --model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subprocess + timeout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12280" y="3063240"/>
            <a:ext cx="1874520" cy="640080"/>
          </a:xfrm>
          <a:prstGeom prst="roundRect">
            <a:avLst>
              <a:gd name="adj" fmla="val 8571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3063240"/>
            <a:ext cx="1874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/ Azure OpenAI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/ Ollama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44968" y="2606040"/>
            <a:ext cx="0" cy="457200"/>
          </a:xfrm>
          <a:prstGeom prst="line">
            <a:avLst/>
          </a:prstGeom>
          <a:noFill/>
          <a:ln w="27940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22" name="Shape 20"/>
          <p:cNvSpPr/>
          <p:nvPr/>
        </p:nvSpPr>
        <p:spPr>
          <a:xfrm>
            <a:off x="4572000" y="306324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3063240"/>
            <a:ext cx="16916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SQLite: OCR text,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rules, email status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13248" y="2331720"/>
            <a:ext cx="0" cy="731520"/>
          </a:xfrm>
          <a:prstGeom prst="line">
            <a:avLst/>
          </a:prstGeom>
          <a:noFill/>
          <a:ln w="27940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25" name="Text 23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machine: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 http://127.0.0.1:8000, Jupyter http://127.0.0.1:8888, OpenCode CLI trong PATH.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§9  COMPONENT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chính và trách nhiệm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  •  Screen Watcher Pro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6676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7607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Vai trò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chat_server.py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Khởi động FastAPI app, mount routes (/health, /chat, /watcher/*)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chat_agent.py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 Orchestrator — build prompt, gọi adapter, format reply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opencode_adapter.py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OpenCode CLI Adapter — subprocess, timeout, stderr/stdout parser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provider_config.py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Quản lý provider Llama/Azure/OpenRouter/Local — đọc .env động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watcher_context_service.py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Đọc latest watcher result, chuẩn hóa context cho prompt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conversation_store.py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Lưu lịch sử chat theo session (SQLite)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chatbox.py + chatbox.ipynb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Jupyter client — chỉ HTTP + hiển thị, không có logic 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§10  API SPECIFICATION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endpoint chính và mẫu request/response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  •  Screen Watcher Pro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6676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291840"/>
                <a:gridCol w="3931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Mục đích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/health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Kiểm tra server còn hoạt động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/api/chat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Nhận message từ Jupyter, trả lời bằng 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/api/watcher/executions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 watcher thủ công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/api/watcher/executions/latest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Lấy kết quả watcher gần nhất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/api/watcher/executions/{id}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Lấy audit artifact theo execution 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5185"/>
            </a:avLst>
          </a:prstGeom>
          <a:solidFill>
            <a:srgbClr val="16205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52044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/chat — response mẫu:  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9F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{"reply": "Watcher gần nhất phát hiện rule daily_sync_failed...", "model": "azure/gpt-4o-mini", "provider": "azure_openai", "status": "success", "execution_context_used": true}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§11  AI INTEGRATION — OPENCODE CLI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Lớp trung gian giữa server và AI provider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  •  Screen Watcher Pro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6676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Trách nhiệm Adapter (§11.1): 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prompt từ Chat Orchestrator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command line theo provider/model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subprocess với working directory an toàn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Áp timeout, thu stdout/stderr/exit code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hóa thành AIResponse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162050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280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§11.2 Command Execution Pattern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9F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run --model azure/gpt-4o-mini "&lt;prompt&gt;"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9F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run --model llama/local-model "&lt;prompt&gt;"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228600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23774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§11.3 Prompt Composition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role + Watcher context (OCR, matched_rules, execution_time, email_status) + User question + Instruction</a:t>
            </a:r>
            <a:endParaRPr lang="en-US" sz="1050" dirty="0"/>
          </a:p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“Nếu dữ liệu không đủ, nói rõ là chưa đủ dữ liệu.”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trị: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Llama → Azure OpenAI chỉ cần sửa YAML/env; Chat Orchestrator giữ nguyên (FR04).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§12  JUPYTER NOTEBOOK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local — chỉ HTTP + hiển thị, không có logic 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  •  Screen Watcher Pro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6676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Responsibilities (§12.1)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Hiển thị chat history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message qua input/ipywidgets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POST /chat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Hiển thị reply từ server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Hiển thị lỗi kết nối/API rõ ràng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31920" y="1188720"/>
            <a:ext cx="4754880" cy="2606040"/>
          </a:xfrm>
          <a:prstGeom prst="roundRect">
            <a:avLst>
              <a:gd name="adj" fmla="val 2456"/>
            </a:avLst>
          </a:prstGeom>
          <a:solidFill>
            <a:srgbClr val="16205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1298448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send_message(message):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payload = {"session_id": ..., "message": message,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"include_latest_watcher_context": True}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requests.post(API_URL, json=payload,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timeout=180)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response.json()["reply"]</a:t>
            </a:r>
            <a:endParaRPr lang="en-US" sz="9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00" i="1" dirty="0">
                <a:solidFill>
                  <a:srgbClr val="8FA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ipywidgets: Output + Text + Button("Gửi")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Phù hợp workshop vì: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chi phí frontend, dễ trình diễn, chỉnh sửa ngay trong lúc demo.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§13–14  FUNCTIONAL &amp; NON-FUNCTIONAL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chính và acceptance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  •  Screen Watcher Pro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6676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669280"/>
                <a:gridCol w="13716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FR01–02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/health và /chat hoạt động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FR03–04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Gọi OpenCode CLI, đổi provider bằng config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Bổ sung latest watcher context vào prompt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Jupyter Notebook chatbox client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FR07–08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watcher/latest-result và trigger thủ công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Should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FR09–10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Conversation store, error response chuẩn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Could / Must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NFR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Timeout 120-180s • bind 127.0.0.1 • key qua env • YAML config driven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§16  SECURITY &amp;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tắc bảo mật cho MVP local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  •  Screen Watcher Pro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6676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344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mặc định chỉ bind 127.0.0.1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2344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0.0.0.0 → bắt buộc API token hoặc reverse proxy có auth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10312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ghi API key/SMTP password/bearer token vào log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210312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đưa toàn bộ screenshot/OCR nhạy cảm vào prompt nếu không cần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97180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max_context_chars giới hạn dữ liệu gửi sang AI provider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97180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flag để biết AI đã dùng dữ liệu watcher nào khi trả lời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16205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9319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server: host 127.0.0.1, port 8000, require_api_token: false   |   security: mask_sensitive_log: true, max_context_chars: 6000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— SERVER CHẠY THẬT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UI /docs và GET /health → 200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  •  Screen Watcher Pro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6676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  <p:pic>
        <p:nvPicPr>
          <p:cNvPr id="6" name="Image 0" descr="C:/Users/admin/AppData/Local/Temp/claude/D--aws-study/52eb2e26-6b3a-4d12-ad9d-4e2339b8846f/scratchpad/evidence/01_swagger_do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474720"/>
          </a:xfrm>
          <a:prstGeom prst="rect">
            <a:avLst/>
          </a:prstGeom>
        </p:spPr>
      </p:pic>
      <p:pic>
        <p:nvPicPr>
          <p:cNvPr id="7" name="Image 1" descr="C:/Users/admin/AppData/Local/Temp/claude/D--aws-study/52eb2e26-6b3a-4d12-ad9d-4e2339b8846f/scratchpad/evidence/02_heal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306324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06440" y="11887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/health → 200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806440" y="192024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tags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system, auth (JWT), user, admin, watcher, ai-chat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 phủ spec §10: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/health (FR01)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/api/chat (FR02)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/api/watcher/executions/latest (FR07)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/api/watcher/executions (FR08)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sessions — conversation store (FR09)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— CHATBOX DEMO (§12)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ipywidgets + chat nhận reply thật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  •  Screen Watcher Pro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6676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pic>
        <p:nvPicPr>
          <p:cNvPr id="6" name="Image 0" descr="C:/Users/admin/AppData/Local/Temp/claude/D--aws-study/52eb2e26-6b3a-4d12-ad9d-4e2339b8846f/scratchpad/evidence/04_notebook_chat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8229600" cy="3236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UI: history + input + nút Send + toggle “Include latest watcher context”. Scripted demo: hỏi “Trạng thái watcher gần nhất là gì?” và nhận reply từ server (mock mode, không cần provider thật).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— CONTEXT &amp; TEST SUITE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watcher result + 37/37 test pass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  •  Screen Watcher Pro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6676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50" dirty="0"/>
          </a:p>
        </p:txBody>
      </p:sp>
      <p:pic>
        <p:nvPicPr>
          <p:cNvPr id="6" name="Image 0" descr="C:/Users/admin/AppData/Local/Temp/claude/D--aws-study/52eb2e26-6b3a-4d12-ad9d-4e2339b8846f/scratchpad/evidence/06_notebook_la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6517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/api/watcher/executions/latest — rule “Daily sync failed” [high] matched, OCR đọc được lỗi kết nối payment-gateway.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3611880"/>
            <a:ext cx="4023360" cy="1188720"/>
          </a:xfrm>
          <a:prstGeom prst="roundRect">
            <a:avLst>
              <a:gd name="adj" fmla="val 5385"/>
            </a:avLst>
          </a:prstGeom>
          <a:solidFill>
            <a:srgbClr val="162050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37033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§11.3 nhận context này: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F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 text: {{ocr_text}}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F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Matched rules: {{matched_rules}}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F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time / Email status: {{...}}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54880" y="12344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754880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PASS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80760" y="11887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80760" y="12344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080760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406640" y="118872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406640" y="12344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406640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thật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54880" y="2286000"/>
            <a:ext cx="3931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+ Integration Test (§18)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Builder, model mapping, timeout, exit lỗi — qua fake OpenCode CLI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switch sdk|opencode, mock mode, config validate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flow end-to-end: uvicorn thật, DB tạm, login → chat → latest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testability (§14): 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adapter đủ để chạy toàn bộ CI mà không cần provider/API key thật.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§18–19  TESTING STRATEGY &amp;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 test và rủi ro chính cần kiểm soát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  •  Screen Watcher Pro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6676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651760"/>
                <a:gridCol w="3657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OpenCode CLI timeout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chờ lâu, lỗi demo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Cấu hình timeout + mock mode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 config sai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gọi được 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 config khi start server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OCR context quá dài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vượt giới hạn model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max_context_chars + summarize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hallucination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Trả lời không dựa trên dữ liệu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yêu cầu nói rõ khi thiếu dữ liệu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Notebook widget lỗi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không mượt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Fallback input() loop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§20  MVP PLAN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phase từ demo MVP đến AI Operation Platform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  •  Screen Watcher Pro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6676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37160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" y="173736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Server, Jupyter Chatbox,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 CLI Adapter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324612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MVP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04872" y="2606040"/>
            <a:ext cx="164592" cy="0"/>
          </a:xfrm>
          <a:prstGeom prst="line">
            <a:avLst/>
          </a:prstGeom>
          <a:noFill/>
          <a:ln w="279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42032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60904" y="137160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60904" y="173736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Store, Streaming,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Retry, better prompt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60904" y="324612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Trải nghiệm chat tốt hơn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9704" y="2606040"/>
            <a:ext cx="164592" cy="0"/>
          </a:xfrm>
          <a:prstGeom prst="line">
            <a:avLst/>
          </a:prstGeom>
          <a:noFill/>
          <a:ln w="279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26864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45736" y="137160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45736" y="173736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UI, Auth, multi user,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viewer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45736" y="324612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product usable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74536" y="2606040"/>
            <a:ext cx="164592" cy="0"/>
          </a:xfrm>
          <a:prstGeom prst="line">
            <a:avLst/>
          </a:prstGeom>
          <a:noFill/>
          <a:ln w="279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11696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30568" y="137160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30568" y="173736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RAG, MCP, workflow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automation, action suggestion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30568" y="324612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Operation Platform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Definition (§20.1):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local, /health + /chat hoạt động, Jupyter chatbox gửi/nhận, OpenCode CLI với provider cấu hình, logging/timeout/error cơ bản.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 Workshop  •  Screen Watcher Pro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6676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§20.3  WORKSHOP STORYLINE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vấn đề đến giá trị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48132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đề: hệ thống legacy chỉ có màn hình, khó giám sát bằng API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93852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gốc: Screen Watcher chụp màn hình, OCR, kiểm tra rule, gửi email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4231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39572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rộng: expose API và chatbox bằng Jupyter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85292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OpenCode CLI gọi Llama hoặc Azure OpenAI để phân tích context watcher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3375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31012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trị: từ screen monitoring đến AI assisted operation chat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mở rộng minh họa cách nhóm dùng AI xuyên suốt vòng đời sản phẩm — phân tích, thiết kế, lập trình, kiểm thử, demo và trình bày kết quả.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AI08 Workshop — Tool Watcher API Server và Jupyter AI Chatbox</dc:title>
  <dc:subject>PptxGenJS Presentation</dc:subject>
  <dc:creator>Screen Watcher Pro team</dc:creator>
  <cp:lastModifiedBy>Screen Watcher Pro team</cp:lastModifiedBy>
  <cp:revision>1</cp:revision>
  <dcterms:created xsi:type="dcterms:W3CDTF">2026-07-03T02:29:09Z</dcterms:created>
  <dcterms:modified xsi:type="dcterms:W3CDTF">2026-07-03T02:29:09Z</dcterms:modified>
</cp:coreProperties>
</file>